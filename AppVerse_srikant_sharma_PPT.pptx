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5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34C8-08FB-413A-B88E-CF0C361663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8C44B15B-C86B-4F7F-B8DE-A1898D6E8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797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34C8-08FB-413A-B88E-CF0C361663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4B15B-C86B-4F7F-B8DE-A1898D6E8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788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7AA34C8-08FB-413A-B88E-CF0C361663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8C44B15B-C86B-4F7F-B8DE-A1898D6E8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215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34C8-08FB-413A-B88E-CF0C361663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4B15B-C86B-4F7F-B8DE-A1898D6E8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368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34C8-08FB-413A-B88E-CF0C361663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4B15B-C86B-4F7F-B8DE-A1898D6E8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301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34C8-08FB-413A-B88E-CF0C361663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4B15B-C86B-4F7F-B8DE-A1898D6E8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84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34C8-08FB-413A-B88E-CF0C361663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4B15B-C86B-4F7F-B8DE-A1898D6E8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8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34C8-08FB-413A-B88E-CF0C361663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4B15B-C86B-4F7F-B8DE-A1898D6E8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448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34C8-08FB-413A-B88E-CF0C361663AA}" type="datetimeFigureOut">
              <a:rPr lang="en-IN" smtClean="0"/>
              <a:t>18-06-2026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4B15B-C86B-4F7F-B8DE-A1898D6E8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349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34C8-08FB-413A-B88E-CF0C361663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4B15B-C86B-4F7F-B8DE-A1898D6E8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556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34C8-08FB-413A-B88E-CF0C361663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4B15B-C86B-4F7F-B8DE-A1898D6E8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328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47AA34C8-08FB-413A-B88E-CF0C361663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8C44B15B-C86B-4F7F-B8DE-A1898D6E8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343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87F6CB-5AFA-8C64-9BCD-5790DB771333}"/>
              </a:ext>
            </a:extLst>
          </p:cNvPr>
          <p:cNvSpPr txBox="1"/>
          <p:nvPr/>
        </p:nvSpPr>
        <p:spPr>
          <a:xfrm>
            <a:off x="2153266" y="1199537"/>
            <a:ext cx="80526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b="1" dirty="0"/>
              <a:t>CAPSTONE PROJECT: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E63385-0BB3-4FD4-0665-64ABBE7E451A}"/>
              </a:ext>
            </a:extLst>
          </p:cNvPr>
          <p:cNvSpPr txBox="1"/>
          <p:nvPr/>
        </p:nvSpPr>
        <p:spPr>
          <a:xfrm>
            <a:off x="2153266" y="3489650"/>
            <a:ext cx="3764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APPVERSE AI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81F88A-B117-D56B-8385-29AC5A842648}"/>
              </a:ext>
            </a:extLst>
          </p:cNvPr>
          <p:cNvSpPr txBox="1"/>
          <p:nvPr/>
        </p:nvSpPr>
        <p:spPr>
          <a:xfrm>
            <a:off x="550606" y="4689987"/>
            <a:ext cx="3716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Name: Srikant Govind Sharma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5C0542-F4CC-16FE-7908-E67787801D3A}"/>
              </a:ext>
            </a:extLst>
          </p:cNvPr>
          <p:cNvSpPr txBox="1"/>
          <p:nvPr/>
        </p:nvSpPr>
        <p:spPr>
          <a:xfrm>
            <a:off x="9042401" y="4689987"/>
            <a:ext cx="2710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Organisation: WIPRO</a:t>
            </a:r>
          </a:p>
        </p:txBody>
      </p:sp>
    </p:spTree>
    <p:extLst>
      <p:ext uri="{BB962C8B-B14F-4D97-AF65-F5344CB8AC3E}">
        <p14:creationId xmlns:p14="http://schemas.microsoft.com/office/powerpoint/2010/main" val="3591552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62D710-25BA-5F9D-9CD4-9E611509F4BA}"/>
              </a:ext>
            </a:extLst>
          </p:cNvPr>
          <p:cNvSpPr txBox="1"/>
          <p:nvPr/>
        </p:nvSpPr>
        <p:spPr>
          <a:xfrm>
            <a:off x="904568" y="658761"/>
            <a:ext cx="10048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INTRODUCTION: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FEA25A-0C1F-5C29-91CF-5238B6797C01}"/>
              </a:ext>
            </a:extLst>
          </p:cNvPr>
          <p:cNvSpPr txBox="1"/>
          <p:nvPr/>
        </p:nvSpPr>
        <p:spPr>
          <a:xfrm>
            <a:off x="904567" y="1396180"/>
            <a:ext cx="956678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AppVerse</a:t>
            </a:r>
            <a:r>
              <a:rPr lang="en-US" sz="2400" dirty="0"/>
              <a:t> is a secure, full-stack application marketplace built with React and Spring Boot that seamlessly connects software creators with users. It empowers users to easily discover and dynamically review apps, while equipping developers with a real-time analytics dashboard to track live downloads and revenue. To ensure market success, the platform uniquely integrates Google Gemini AI to deliver predictive six-month download forecasts directly to creators.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43997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DBCEC4-CE39-3020-4EBE-C1971E48A056}"/>
              </a:ext>
            </a:extLst>
          </p:cNvPr>
          <p:cNvSpPr txBox="1"/>
          <p:nvPr/>
        </p:nvSpPr>
        <p:spPr>
          <a:xfrm>
            <a:off x="796412" y="629265"/>
            <a:ext cx="6145161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Backend Technologies:</a:t>
            </a:r>
          </a:p>
          <a:p>
            <a:endParaRPr lang="en-IN" b="1" dirty="0"/>
          </a:p>
          <a:p>
            <a:r>
              <a:rPr lang="en-IN" b="1" dirty="0"/>
              <a:t>Core Framework: </a:t>
            </a:r>
            <a:r>
              <a:rPr lang="en-IN" dirty="0"/>
              <a:t>Java Spring Boot</a:t>
            </a:r>
          </a:p>
          <a:p>
            <a:r>
              <a:rPr lang="en-IN" b="1" dirty="0"/>
              <a:t>Database: </a:t>
            </a:r>
            <a:r>
              <a:rPr lang="en-IN" dirty="0"/>
              <a:t>MySQL</a:t>
            </a:r>
          </a:p>
          <a:p>
            <a:r>
              <a:rPr lang="en-IN" b="1" dirty="0"/>
              <a:t>ORM (Object-Relational Mapping): </a:t>
            </a:r>
            <a:r>
              <a:rPr lang="en-IN" dirty="0"/>
              <a:t>Spring Data JPA / Hibernate</a:t>
            </a:r>
          </a:p>
          <a:p>
            <a:r>
              <a:rPr lang="en-IN" b="1" dirty="0"/>
              <a:t>Security: </a:t>
            </a:r>
            <a:r>
              <a:rPr lang="en-IN" dirty="0"/>
              <a:t>Spring Security with JWT (JSON Web Tokens)</a:t>
            </a:r>
          </a:p>
          <a:p>
            <a:r>
              <a:rPr lang="en-IN" b="1" dirty="0"/>
              <a:t>Unit Testing: </a:t>
            </a:r>
            <a:r>
              <a:rPr lang="en-IN" dirty="0"/>
              <a:t>JUnit 5 &amp; Mockito</a:t>
            </a:r>
          </a:p>
          <a:p>
            <a:r>
              <a:rPr lang="en-IN" b="1" dirty="0"/>
              <a:t>Build Tool: </a:t>
            </a:r>
            <a:r>
              <a:rPr lang="en-IN" dirty="0"/>
              <a:t>Maven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63FCB8-E375-A8EE-60CF-8E29537A3025}"/>
              </a:ext>
            </a:extLst>
          </p:cNvPr>
          <p:cNvSpPr txBox="1"/>
          <p:nvPr/>
        </p:nvSpPr>
        <p:spPr>
          <a:xfrm>
            <a:off x="845573" y="3612634"/>
            <a:ext cx="60960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Frontend Technologies:</a:t>
            </a:r>
          </a:p>
          <a:p>
            <a:endParaRPr lang="en-IN" sz="2800" b="1" dirty="0"/>
          </a:p>
          <a:p>
            <a:r>
              <a:rPr lang="en-IN" b="1" dirty="0"/>
              <a:t>Core Framework: </a:t>
            </a:r>
            <a:r>
              <a:rPr lang="en-IN" dirty="0"/>
              <a:t>React.js (built with Vite)</a:t>
            </a:r>
          </a:p>
          <a:p>
            <a:r>
              <a:rPr lang="en-IN" b="1" dirty="0"/>
              <a:t>Styling: </a:t>
            </a:r>
            <a:r>
              <a:rPr lang="en-IN" dirty="0"/>
              <a:t>Tailwind CSS</a:t>
            </a:r>
          </a:p>
          <a:p>
            <a:r>
              <a:rPr lang="en-IN" b="1" dirty="0"/>
              <a:t>Routing: </a:t>
            </a:r>
            <a:r>
              <a:rPr lang="en-IN" dirty="0"/>
              <a:t>React Router DOM</a:t>
            </a:r>
          </a:p>
          <a:p>
            <a:r>
              <a:rPr lang="en-IN" b="1" dirty="0"/>
              <a:t>Data Visualization: </a:t>
            </a:r>
            <a:r>
              <a:rPr lang="en-IN" dirty="0"/>
              <a:t>Recharts (for the developer analytics dashboard)</a:t>
            </a:r>
          </a:p>
          <a:p>
            <a:r>
              <a:rPr lang="en-IN" b="1" dirty="0"/>
              <a:t>API Communication: </a:t>
            </a:r>
            <a:r>
              <a:rPr lang="en-IN" dirty="0"/>
              <a:t>Axios</a:t>
            </a:r>
          </a:p>
        </p:txBody>
      </p:sp>
    </p:spTree>
    <p:extLst>
      <p:ext uri="{BB962C8B-B14F-4D97-AF65-F5344CB8AC3E}">
        <p14:creationId xmlns:p14="http://schemas.microsoft.com/office/powerpoint/2010/main" val="794204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DBF54A-07A1-3DAB-32F8-589A844246D9}"/>
              </a:ext>
            </a:extLst>
          </p:cNvPr>
          <p:cNvSpPr txBox="1"/>
          <p:nvPr/>
        </p:nvSpPr>
        <p:spPr>
          <a:xfrm>
            <a:off x="2713703" y="167148"/>
            <a:ext cx="4994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Entity Relationship Diagram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8B6734-1827-B421-4BA1-EF2F448D8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472" y="536479"/>
            <a:ext cx="5848816" cy="617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28AA4A-C4E4-5796-AF96-82478C72DC6E}"/>
              </a:ext>
            </a:extLst>
          </p:cNvPr>
          <p:cNvSpPr txBox="1"/>
          <p:nvPr/>
        </p:nvSpPr>
        <p:spPr>
          <a:xfrm>
            <a:off x="572778" y="1903217"/>
            <a:ext cx="39624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USER: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View Details of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Get Similar App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Search App By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Search App By App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Ask AI Engine For App Recommendations And Details</a:t>
            </a:r>
          </a:p>
          <a:p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BF3959-7085-B377-45E0-4D65F1D940FE}"/>
              </a:ext>
            </a:extLst>
          </p:cNvPr>
          <p:cNvSpPr txBox="1"/>
          <p:nvPr/>
        </p:nvSpPr>
        <p:spPr>
          <a:xfrm>
            <a:off x="4617304" y="1951029"/>
            <a:ext cx="34117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DEVELOPER: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Ability To Add New Apps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Ability To Update Apps And Push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Average User Reviews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Total Downloads Per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Revenue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Future 6 month App Performance Projection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468BCC-82A2-6F36-06B9-9049A8522D4E}"/>
              </a:ext>
            </a:extLst>
          </p:cNvPr>
          <p:cNvSpPr txBox="1"/>
          <p:nvPr/>
        </p:nvSpPr>
        <p:spPr>
          <a:xfrm>
            <a:off x="8413713" y="1903217"/>
            <a:ext cx="341179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ADMIN:</a:t>
            </a:r>
          </a:p>
          <a:p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Work as a moderator and remove user and apps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Perform spam detection and user sentiment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Manage apps in the marketplace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Contains all Features of Developer and User</a:t>
            </a:r>
          </a:p>
          <a:p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78D3C1-FB4F-08EA-AB5F-5B9C03CACD41}"/>
              </a:ext>
            </a:extLst>
          </p:cNvPr>
          <p:cNvSpPr txBox="1"/>
          <p:nvPr/>
        </p:nvSpPr>
        <p:spPr>
          <a:xfrm>
            <a:off x="5265271" y="251012"/>
            <a:ext cx="183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ROLES</a:t>
            </a:r>
          </a:p>
        </p:txBody>
      </p:sp>
    </p:spTree>
    <p:extLst>
      <p:ext uri="{BB962C8B-B14F-4D97-AF65-F5344CB8AC3E}">
        <p14:creationId xmlns:p14="http://schemas.microsoft.com/office/powerpoint/2010/main" val="1448680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2ADE55-CC4F-5DD1-71D6-E3CD32DC3E99}"/>
              </a:ext>
            </a:extLst>
          </p:cNvPr>
          <p:cNvSpPr txBox="1"/>
          <p:nvPr/>
        </p:nvSpPr>
        <p:spPr>
          <a:xfrm>
            <a:off x="648929" y="442452"/>
            <a:ext cx="4041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Login Page: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282035-7DA1-A3B1-577D-FAC289007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554" y="922642"/>
            <a:ext cx="8238870" cy="5227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423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351BD5-D562-65D6-7DD2-4CF62C3F2886}"/>
              </a:ext>
            </a:extLst>
          </p:cNvPr>
          <p:cNvSpPr txBox="1"/>
          <p:nvPr/>
        </p:nvSpPr>
        <p:spPr>
          <a:xfrm>
            <a:off x="806245" y="363794"/>
            <a:ext cx="4739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App Marketplace: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958CBA-A6FB-C263-F489-2EC87EC8D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353" y="1078623"/>
            <a:ext cx="8104818" cy="526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911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C41B8C6-911E-AD30-6398-C8F0369A7825}"/>
              </a:ext>
            </a:extLst>
          </p:cNvPr>
          <p:cNvSpPr txBox="1"/>
          <p:nvPr/>
        </p:nvSpPr>
        <p:spPr>
          <a:xfrm>
            <a:off x="314633" y="157316"/>
            <a:ext cx="4807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Developer Console: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949FA5-31B9-2F3A-3701-E749A1045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753" y="932329"/>
            <a:ext cx="8809314" cy="530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940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CB2D86-A76E-8414-4FCC-53BE57853819}"/>
              </a:ext>
            </a:extLst>
          </p:cNvPr>
          <p:cNvSpPr txBox="1"/>
          <p:nvPr/>
        </p:nvSpPr>
        <p:spPr>
          <a:xfrm>
            <a:off x="304800" y="255639"/>
            <a:ext cx="5653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Admin Console: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D64AA2-966A-CC43-7100-44D43BAA2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929" y="670178"/>
            <a:ext cx="9114417" cy="552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13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F39CF6-6204-B9CE-02FB-AF1378CE039B}"/>
              </a:ext>
            </a:extLst>
          </p:cNvPr>
          <p:cNvSpPr txBox="1"/>
          <p:nvPr/>
        </p:nvSpPr>
        <p:spPr>
          <a:xfrm>
            <a:off x="589934" y="383458"/>
            <a:ext cx="5279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Sentiement</a:t>
            </a:r>
            <a:r>
              <a:rPr lang="en-IN" b="1" dirty="0"/>
              <a:t> Analysis Of User Reviews: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2E6F2F-8F55-1C72-D64F-4B3B89EA4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023" y="963444"/>
            <a:ext cx="7820291" cy="537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568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DE7C96-291D-1702-33FB-FD14F9FDE659}"/>
              </a:ext>
            </a:extLst>
          </p:cNvPr>
          <p:cNvSpPr txBox="1"/>
          <p:nvPr/>
        </p:nvSpPr>
        <p:spPr>
          <a:xfrm>
            <a:off x="648929" y="550606"/>
            <a:ext cx="3539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Conclusion: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F0DA73-557A-7B46-10FC-BF2329688B64}"/>
              </a:ext>
            </a:extLst>
          </p:cNvPr>
          <p:cNvSpPr txBox="1"/>
          <p:nvPr/>
        </p:nvSpPr>
        <p:spPr>
          <a:xfrm>
            <a:off x="766916" y="1130710"/>
            <a:ext cx="114939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development of </a:t>
            </a:r>
            <a:r>
              <a:rPr lang="en-IN" dirty="0" err="1"/>
              <a:t>AppVerse</a:t>
            </a:r>
            <a:r>
              <a:rPr lang="en-IN" dirty="0"/>
              <a:t> successfully demonstrates the implementation of a modern, highly scalable full-stack web application. By combining the reactive performance of React.js with the robust, secure architecture of Java Spring Boot, the project successfully bridged the gap between software creators and end-users.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2CAA2B-6B79-ED10-DD42-5DF9DCE7CCFC}"/>
              </a:ext>
            </a:extLst>
          </p:cNvPr>
          <p:cNvSpPr txBox="1"/>
          <p:nvPr/>
        </p:nvSpPr>
        <p:spPr>
          <a:xfrm>
            <a:off x="766916" y="2541811"/>
            <a:ext cx="3824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Future Scope: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B0E41F-A420-173F-CA17-6296ADDF4D3C}"/>
              </a:ext>
            </a:extLst>
          </p:cNvPr>
          <p:cNvSpPr txBox="1"/>
          <p:nvPr/>
        </p:nvSpPr>
        <p:spPr>
          <a:xfrm>
            <a:off x="766916" y="3121915"/>
            <a:ext cx="1093347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Payment Gateway Integration:</a:t>
            </a:r>
            <a:r>
              <a:rPr lang="en-IN" dirty="0"/>
              <a:t> Integrating UPI or </a:t>
            </a:r>
            <a:r>
              <a:rPr lang="en-IN" dirty="0" err="1"/>
              <a:t>Razorpay</a:t>
            </a:r>
            <a:r>
              <a:rPr lang="en-IN" dirty="0"/>
              <a:t> to process actual transactions for paid applications.</a:t>
            </a:r>
          </a:p>
          <a:p>
            <a:r>
              <a:rPr lang="en-IN" dirty="0"/>
              <a:t> </a:t>
            </a:r>
          </a:p>
          <a:p>
            <a:pPr lvl="0"/>
            <a:r>
              <a:rPr lang="en-IN" b="1" dirty="0"/>
              <a:t>Cloud Storage for App Binaries:</a:t>
            </a:r>
            <a:r>
              <a:rPr lang="en-IN" dirty="0"/>
              <a:t> Migrating from basic data storage to integrating AWS S3 for uploading and downloading actual .</a:t>
            </a:r>
            <a:r>
              <a:rPr lang="en-IN" dirty="0" err="1"/>
              <a:t>apk</a:t>
            </a:r>
            <a:r>
              <a:rPr lang="en-IN" dirty="0"/>
              <a:t> or .exe application files.</a:t>
            </a:r>
          </a:p>
          <a:p>
            <a:r>
              <a:rPr lang="en-IN" dirty="0"/>
              <a:t> </a:t>
            </a:r>
          </a:p>
          <a:p>
            <a:pPr lvl="0"/>
            <a:r>
              <a:rPr lang="en-IN" b="1" dirty="0"/>
              <a:t>Advanced AI Review Moderation:</a:t>
            </a:r>
            <a:r>
              <a:rPr lang="en-IN" dirty="0"/>
              <a:t> Using the Gemini API to automatically flag and filter toxic or spam reviews before they are posted to the public marketplace.</a:t>
            </a:r>
          </a:p>
          <a:p>
            <a:r>
              <a:rPr lang="en-IN" dirty="0"/>
              <a:t> </a:t>
            </a:r>
          </a:p>
          <a:p>
            <a:pPr lvl="0"/>
            <a:r>
              <a:rPr lang="en-IN" b="1" dirty="0"/>
              <a:t>Social Features:</a:t>
            </a:r>
            <a:r>
              <a:rPr lang="en-IN" dirty="0"/>
              <a:t> Allowing users to follow their </a:t>
            </a:r>
            <a:r>
              <a:rPr lang="en-IN" dirty="0" err="1"/>
              <a:t>favorite</a:t>
            </a:r>
            <a:r>
              <a:rPr lang="en-IN" dirty="0"/>
              <a:t> developers and receive email notifications when a new app version is released.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9361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E80DE4-B8EE-DCCA-2012-FF2CC4DC60BC}"/>
              </a:ext>
            </a:extLst>
          </p:cNvPr>
          <p:cNvSpPr txBox="1"/>
          <p:nvPr/>
        </p:nvSpPr>
        <p:spPr>
          <a:xfrm>
            <a:off x="2952955" y="2644170"/>
            <a:ext cx="81017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563949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220</TotalTime>
  <Words>428</Words>
  <Application>Microsoft Office PowerPoint</Application>
  <PresentationFormat>Widescreen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Rockwell</vt:lpstr>
      <vt:lpstr>Rockwell Condensed</vt:lpstr>
      <vt:lpstr>Wingdings</vt:lpstr>
      <vt:lpstr>Wood 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Yekbote Sai Sanjay</dc:creator>
  <cp:lastModifiedBy>srikant Sharma</cp:lastModifiedBy>
  <cp:revision>6</cp:revision>
  <dcterms:created xsi:type="dcterms:W3CDTF">2026-06-17T11:39:27Z</dcterms:created>
  <dcterms:modified xsi:type="dcterms:W3CDTF">2026-06-18T02:52:27Z</dcterms:modified>
</cp:coreProperties>
</file>